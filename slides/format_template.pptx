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xszwMuH9AEVNgRDNu5ajiigNz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90488" y="744538"/>
            <a:ext cx="6618287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b52a876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1b52a876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1b52a876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a22196b6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da22196b6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da22196b6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1b52a876f_0_5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d1b52a876f_0_5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d1b52a876f_0_5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3cbdd730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e3cbdd730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e3cbdd730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5252c94d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e5252c94d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e5252c94d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3cbdd730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e3cbdd730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e3cbdd730f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a22196b6f_1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da22196b6f_1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da22196b6f_1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5252c94dd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e5252c94dd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e5252c94dd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1b52a876f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d1b52a876f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d1b52a876f_0_2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067da4f_0_38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6" name="Google Shape;86;g3b06067da4f_0_3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b06067da4f_0_3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92000" cy="171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302654" y="1809955"/>
            <a:ext cx="9586800" cy="18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b="1" lang="en-US" sz="3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Tự động hóa soạn thảo văn bản theo hình thức mẫu qua thiết kế Skills và tích hợp OfficeCLI</a:t>
            </a:r>
            <a:endParaRPr b="1" sz="3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t/>
            </a:r>
            <a:endParaRPr b="1" sz="3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2044981" y="4370959"/>
            <a:ext cx="7923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Từ 26/5 - 31/5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Người trình bày: Nguyễn Quang Minh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" name="Google Shape;95;p1"/>
          <p:cNvCxnSpPr/>
          <p:nvPr/>
        </p:nvCxnSpPr>
        <p:spPr>
          <a:xfrm flipH="1" rot="10800000">
            <a:off x="2043711" y="5288776"/>
            <a:ext cx="7923600" cy="88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6" name="Google Shape;96;p1"/>
          <p:cNvSpPr txBox="1"/>
          <p:nvPr/>
        </p:nvSpPr>
        <p:spPr>
          <a:xfrm>
            <a:off x="3343583" y="3147938"/>
            <a:ext cx="54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Báo cáo hàng tuần</a:t>
            </a:r>
            <a:endParaRPr b="1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1b52a876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d1b52a876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d1b52a876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g3d1b52a876f_0_0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3d1b52a876f_0_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d1b52a876f_0_0"/>
          <p:cNvSpPr txBox="1"/>
          <p:nvPr/>
        </p:nvSpPr>
        <p:spPr>
          <a:xfrm>
            <a:off x="1146149" y="957223"/>
            <a:ext cx="99753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thiệu</a:t>
            </a:r>
            <a:endParaRPr sz="2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+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sz="2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+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Research</a:t>
            </a:r>
            <a:endParaRPr sz="2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Vấn đề liên quan</a:t>
            </a:r>
            <a:endParaRPr b="0" i="0" sz="2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thực hiện</a:t>
            </a:r>
            <a:endParaRPr b="0" i="0" sz="2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Times New Roman"/>
              <a:buChar char="•"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Thí nghiệm và đánh giá kết quả</a:t>
            </a:r>
            <a:endParaRPr b="0" i="0" sz="2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a22196b6f_1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g3da22196b6f_1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da22196b6f_1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g3da22196b6f_1_0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g3da22196b6f_1_0"/>
          <p:cNvSpPr txBox="1"/>
          <p:nvPr/>
        </p:nvSpPr>
        <p:spPr>
          <a:xfrm>
            <a:off x="-234225" y="27617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Giới thiệu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1b52a876f_0_57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g3d1b52a876f_0_57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d1b52a876f_0_57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g3d1b52a876f_0_57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d1b52a876f_0_57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d1b52a876f_0_570"/>
          <p:cNvSpPr txBox="1"/>
          <p:nvPr/>
        </p:nvSpPr>
        <p:spPr>
          <a:xfrm>
            <a:off x="1167899" y="1319698"/>
            <a:ext cx="9975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•"/>
            </a:pP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magnetic resonance imaging (pMRI) including: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+"/>
            </a:pPr>
            <a:r>
              <a:rPr b="1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GRAPPA </a:t>
            </a: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Generalized Autocalibrating partial parallel acquisition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+"/>
            </a:pPr>
            <a:r>
              <a:rPr b="1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SENSE </a:t>
            </a: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Sensitivity encoding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•"/>
            </a:pP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of MRI images depends heavily on choice of reconstruction parameters like: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+"/>
            </a:pP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Interpolation Kernel size in GRAPPA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+"/>
            </a:pP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Coil sensitivity map estimation in SENSE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3cbdd730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g3e3cbdd730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e3cbdd730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g3e3cbdd730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e3cbdd730f_0_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Previous Research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e3cbdd730f_0_0"/>
          <p:cNvSpPr txBox="1"/>
          <p:nvPr/>
        </p:nvSpPr>
        <p:spPr>
          <a:xfrm>
            <a:off x="1108349" y="1319698"/>
            <a:ext cx="9975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•"/>
            </a:pP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optimal pararmeter (block size, column size, reduction factor, autocalibration signals) manually for optimizing GRAPPA reconstruction. 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•"/>
            </a:pP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no AI agent equipped with the knowledge of parameter tuning to guide parallel MRI reconstruction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•"/>
            </a:pP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Recently, LLM embodying vast knowledge bases are adept at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 tasks → Structured and Planned steps</a:t>
            </a:r>
            <a:endParaRPr b="1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5252c94dd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g3e5252c94dd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e5252c94dd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g3e5252c94dd_0_0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e5252c94dd_0_0"/>
          <p:cNvSpPr txBox="1"/>
          <p:nvPr/>
        </p:nvSpPr>
        <p:spPr>
          <a:xfrm>
            <a:off x="-234225" y="27617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Vấn đề liên quan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3cbdd730f_0_1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e3cbdd730f_0_1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e3cbdd730f_0_1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g3e3cbdd730f_0_1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3cbdd730f_0_1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e3cbdd730f_0_10"/>
          <p:cNvSpPr txBox="1"/>
          <p:nvPr/>
        </p:nvSpPr>
        <p:spPr>
          <a:xfrm>
            <a:off x="715800" y="1274353"/>
            <a:ext cx="10760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•"/>
            </a:pP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LLM+P (Planning) technique to explore the task of MRI reconstruction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Times New Roman"/>
              <a:buChar char="•"/>
            </a:pP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Involves employing an LLM-based agent for</a:t>
            </a:r>
            <a:r>
              <a:rPr b="1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vast knowledge from LLM </a:t>
            </a: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</a:t>
            </a:r>
            <a:r>
              <a:rPr b="1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 Domain Definition Language </a:t>
            </a:r>
            <a:r>
              <a:rPr b="0" i="0" lang="en-US" sz="2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(PDDL)</a:t>
            </a:r>
            <a:endParaRPr b="0" i="0" sz="21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a22196b6f_1_6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da22196b6f_1_6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da22196b6f_1_6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g3da22196b6f_1_60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g3da22196b6f_1_60"/>
          <p:cNvSpPr txBox="1"/>
          <p:nvPr/>
        </p:nvSpPr>
        <p:spPr>
          <a:xfrm>
            <a:off x="-234225" y="27617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Phương pháp thực hiện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5252c94dd_0_9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g3e5252c94dd_0_9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e5252c94dd_0_9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g3e5252c94dd_0_9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e5252c94dd_0_9"/>
          <p:cNvSpPr txBox="1"/>
          <p:nvPr/>
        </p:nvSpPr>
        <p:spPr>
          <a:xfrm>
            <a:off x="-234225" y="27617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Thí nghiệm và đánh giá kết quả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1b52a876f_0_265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d1b52a876f_0_265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d1b52a876f_0_265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g3d1b52a876f_0_265"/>
          <p:cNvSpPr txBox="1"/>
          <p:nvPr/>
        </p:nvSpPr>
        <p:spPr>
          <a:xfrm>
            <a:off x="-4522" y="6492239"/>
            <a:ext cx="115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d1b52a876f_0_265"/>
          <p:cNvSpPr txBox="1"/>
          <p:nvPr/>
        </p:nvSpPr>
        <p:spPr>
          <a:xfrm>
            <a:off x="158151" y="222426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2025-03-17T07:41:48Z</dcterms:created>
</cp:coreProperties>
</file>